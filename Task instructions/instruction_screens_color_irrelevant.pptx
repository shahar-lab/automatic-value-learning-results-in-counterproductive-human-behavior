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dirty="0">
                <a:solidFill>
                  <a:srgbClr val="111111"/>
                </a:solidFill>
              </a:rPr>
              <a:t>Welcome to the Magical Potions Game</a:t>
            </a:r>
          </a:p>
          <a:p>
            <a:pPr>
              <a:spcAft>
                <a:spcPts val="400"/>
              </a:spcAft>
            </a:pPr>
            <a:endParaRPr sz="2400" b="1" dirty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800" b="0" dirty="0">
                <a:solidFill>
                  <a:srgbClr val="111111"/>
                </a:solidFill>
              </a:rPr>
              <a:t>Your winnings in this game will earn you an additional payment bonus for participating in this study.</a:t>
            </a:r>
          </a:p>
          <a:p>
            <a:pPr>
              <a:spcAft>
                <a:spcPts val="400"/>
              </a:spcAft>
            </a:pPr>
            <a:endParaRPr sz="1800" b="0" dirty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800" b="1" dirty="0">
                <a:solidFill>
                  <a:srgbClr val="111111"/>
                </a:solidFill>
              </a:rPr>
              <a:t>In any case you will still receive £6 per hour for completing this study.</a:t>
            </a:r>
          </a:p>
          <a:p>
            <a:pPr>
              <a:spcAft>
                <a:spcPts val="400"/>
              </a:spcAft>
            </a:pPr>
            <a:endParaRPr sz="1800" b="1" dirty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800" b="1" dirty="0">
                <a:solidFill>
                  <a:srgbClr val="111111"/>
                </a:solidFill>
              </a:rPr>
              <a:t>However, you can earn up to an extra £1 based on your coin winnings in the game.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111111"/>
                </a:solidFill>
              </a:rPr>
              <a:t>We will now provide instructions for the game. Please read them carefully.</a:t>
            </a:r>
          </a:p>
          <a:p>
            <a:pPr>
              <a:spcAft>
                <a:spcPts val="400"/>
              </a:spcAft>
            </a:pPr>
            <a:endParaRPr sz="20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111111"/>
                </a:solidFill>
              </a:rPr>
              <a:t>You can go back and forth between screens as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111111"/>
                </a:solidFill>
              </a:rPr>
              <a:t>During the instructions, we will request that you complete a few brief quizzes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111111"/>
                </a:solidFill>
              </a:rPr>
              <a:t>to ensure everything is clearly understood.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111111"/>
                </a:solidFill>
              </a:rPr>
              <a:t>In our village, there is a wizard who has 4 magical potions, each shown as a black rectangle.</a:t>
            </a:r>
          </a:p>
        </p:txBody>
      </p:sp>
      <p:pic>
        <p:nvPicPr>
          <p:cNvPr id="5" name="Picture 4" descr="wizard_loc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737360"/>
            <a:ext cx="7772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111111"/>
                </a:solidFill>
              </a:rPr>
              <a:t>To make your selections in the game, you will press one of four response keys: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11111"/>
                </a:solidFill>
              </a:rPr>
              <a:t>   'S'  for choosing the left potion,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11111"/>
                </a:solidFill>
              </a:rPr>
              <a:t>   'F'  for choosing the middle-left potion,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11111"/>
                </a:solidFill>
              </a:rPr>
              <a:t>   'H'  for choosing the middle-right potion,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11111"/>
                </a:solidFill>
              </a:rPr>
              <a:t>   'K'  for choosing the potion on the right.</a:t>
            </a:r>
          </a:p>
        </p:txBody>
      </p:sp>
      <p:pic>
        <p:nvPicPr>
          <p:cNvPr id="5" name="Picture 4" descr="potions_key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834640"/>
            <a:ext cx="77724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111111"/>
                </a:solidFill>
              </a:rPr>
              <a:t>The wizard needs colored leaves for his four potions and will pay you golden coins to get them!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111111"/>
                </a:solidFill>
              </a:rPr>
              <a:t>There are 2 types of leaves in the forest.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111111"/>
                </a:solidFill>
              </a:rPr>
              <a:t>Young leaves, which are green and the wizard can never use for his potions.</a:t>
            </a:r>
          </a:p>
        </p:txBody>
      </p:sp>
      <p:pic>
        <p:nvPicPr>
          <p:cNvPr id="5" name="Picture 4" descr="young_lea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286000"/>
            <a:ext cx="5943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111111"/>
                </a:solidFill>
              </a:rPr>
              <a:t>And fully grown, potion-ready leaves, which are not green.</a:t>
            </a:r>
          </a:p>
          <a:p>
            <a:pPr>
              <a:spcAft>
                <a:spcPts val="400"/>
              </a:spcAft>
            </a:pPr>
            <a:endParaRPr sz="20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</a:rPr>
              <a:t>At all times, the wizard needs the two non-green leaves equally,</a:t>
            </a: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</a:rPr>
              <a:t>since they always have the same effect on his magic.</a:t>
            </a:r>
          </a:p>
        </p:txBody>
      </p:sp>
      <p:pic>
        <p:nvPicPr>
          <p:cNvPr id="5" name="Picture 4" descr="ready_leave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926080"/>
            <a:ext cx="59436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111111"/>
                </a:solidFill>
              </a:rPr>
              <a:t>At each step in the game, the forest wind will cause four leaves to randomly fall from a magical tree onto the four potions,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11111"/>
                </a:solidFill>
              </a:rPr>
              <a:t>just like in the picture below.</a:t>
            </a:r>
          </a:p>
        </p:txBody>
      </p:sp>
      <p:pic>
        <p:nvPicPr>
          <p:cNvPr id="5" name="Picture 4" descr="trial_win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103120"/>
            <a:ext cx="8686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111111"/>
                </a:solidFill>
              </a:rPr>
              <a:t>Each time, there will be two potions that contain a non-green leaf.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11111"/>
                </a:solidFill>
              </a:rPr>
              <a:t>You can only choose these two potions.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11111"/>
                </a:solidFill>
              </a:rPr>
              <a:t>You cannot choose potions that contain green leaves.</a:t>
            </a:r>
          </a:p>
          <a:p>
            <a:pPr>
              <a:spcAft>
                <a:spcPts val="400"/>
              </a:spcAft>
            </a:pPr>
            <a:endParaRPr sz="18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For example, if you want to choose the potion on the left, you press 'S'.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If you want to choose the potion located in the middle-right, you press 'H'.</a:t>
            </a:r>
          </a:p>
        </p:txBody>
      </p:sp>
      <p:pic>
        <p:nvPicPr>
          <p:cNvPr id="5" name="Picture 4" descr="trial_choic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3474720"/>
            <a:ext cx="7772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111111"/>
                </a:solidFill>
              </a:rPr>
              <a:t>Once you have made your selection, you will see the chosen potion.</a:t>
            </a:r>
          </a:p>
        </p:txBody>
      </p:sp>
      <p:pic>
        <p:nvPicPr>
          <p:cNvPr id="5" name="Picture 4" descr="show_choic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828800"/>
            <a:ext cx="7772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111111"/>
                </a:solidFill>
              </a:rPr>
              <a:t>Then you will see whether the wizard decided to buy the leaf for this potion or not.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11111"/>
                </a:solidFill>
              </a:rPr>
              <a:t>If the wizard buys it, you will earn one golden coin.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11111"/>
                </a:solidFill>
              </a:rPr>
              <a:t>The coin will appear in the middle of the screen.</a:t>
            </a:r>
          </a:p>
        </p:txBody>
      </p:sp>
      <p:pic>
        <p:nvPicPr>
          <p:cNvPr id="5" name="Picture 4" descr="show_rewar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560320"/>
            <a:ext cx="5943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111111"/>
                </a:solidFill>
              </a:rPr>
              <a:t>If the wizard chooses not to buy it, you will earn nothing,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111111"/>
                </a:solidFill>
              </a:rPr>
              <a:t>and a black coin will be displayed.</a:t>
            </a:r>
          </a:p>
        </p:txBody>
      </p:sp>
      <p:pic>
        <p:nvPicPr>
          <p:cNvPr id="5" name="Picture 4" descr="show_no_rewar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286000"/>
            <a:ext cx="5943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</a:rPr>
              <a:t>You will play 4 rounds of 50 choices.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111111"/>
                </a:solidFill>
              </a:rPr>
              <a:t>After each round, you can take a short break, and the game will continue right where you left off.</a:t>
            </a:r>
          </a:p>
          <a:p>
            <a:pPr>
              <a:spcAft>
                <a:spcPts val="400"/>
              </a:spcAft>
            </a:pPr>
            <a:endParaRPr sz="20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</a:rPr>
              <a:t>The golden coins you earn will be exchanged for a bonus payment at the end of the experiment – so your decisions matter!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111111"/>
                </a:solidFill>
              </a:rPr>
              <a:t>We will now do a few practice trials.</a:t>
            </a: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</a:rPr>
              <a:t>Please be ready with your left-hand fingers on "S" and "F",</a:t>
            </a: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</a:rPr>
              <a:t>and your right-hand fingers on "H" and "K".</a:t>
            </a:r>
          </a:p>
          <a:p>
            <a:pPr>
              <a:spcAft>
                <a:spcPts val="400"/>
              </a:spcAft>
            </a:pPr>
            <a:endParaRPr sz="2000" b="1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</a:rPr>
              <a:t>Press any key to begin</a:t>
            </a:r>
          </a:p>
        </p:txBody>
      </p:sp>
      <p:pic>
        <p:nvPicPr>
          <p:cNvPr id="5" name="Picture 4" descr="new_keyboard_v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00400"/>
            <a:ext cx="6858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111111"/>
                </a:solidFill>
              </a:rPr>
              <a:t>You will now take a brief quiz to make sure that you understand the instructions.</a:t>
            </a:r>
          </a:p>
          <a:p>
            <a:pPr>
              <a:spcAft>
                <a:spcPts val="400"/>
              </a:spcAft>
            </a:pPr>
            <a:endParaRPr sz="20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</a:rPr>
              <a:t>If you make a mistake, you will need to review the instructions again.</a:t>
            </a:r>
          </a:p>
          <a:p>
            <a:pPr>
              <a:spcAft>
                <a:spcPts val="400"/>
              </a:spcAft>
            </a:pPr>
            <a:endParaRPr sz="2000" b="1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11111"/>
                </a:solidFill>
              </a:rPr>
              <a:t>Press any key to continue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</a:rPr>
              <a:t>Quiz – Understanding the Instructions</a:t>
            </a:r>
          </a:p>
          <a:p>
            <a:pPr>
              <a:spcAft>
                <a:spcPts val="400"/>
              </a:spcAft>
            </a:pPr>
            <a:endParaRPr sz="2000" b="1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Q1.  How many potions in total are there in the game?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       ○ 2    ○ 4 ✓    ○ 6</a:t>
            </a:r>
          </a:p>
          <a:p>
            <a:pPr>
              <a:spcAft>
                <a:spcPts val="400"/>
              </a:spcAft>
            </a:pPr>
            <a:endParaRPr sz="16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Q2.  How many potions are available for choice each time?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       ○ 2 ✓    ○ 4    ○ 6</a:t>
            </a:r>
          </a:p>
          <a:p>
            <a:pPr>
              <a:spcAft>
                <a:spcPts val="400"/>
              </a:spcAft>
            </a:pPr>
            <a:endParaRPr sz="16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Q3.  How do you choose the left potion?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       ○ S ✓    ○ F    ○ H    ○ K</a:t>
            </a:r>
          </a:p>
          <a:p>
            <a:pPr>
              <a:spcAft>
                <a:spcPts val="400"/>
              </a:spcAft>
            </a:pPr>
            <a:endParaRPr sz="16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Q4.  How do you choose the middle-right potion?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       ○ S    ○ F    ○ H ✓    ○ K</a:t>
            </a:r>
          </a:p>
          <a:p>
            <a:pPr>
              <a:spcAft>
                <a:spcPts val="400"/>
              </a:spcAft>
            </a:pPr>
            <a:endParaRPr sz="16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Q5.  What is the goal of the game?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       ○ The goal is to try and make the best selections and earn as much bonus money as I can ✓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       ○ The goal is to pick green leaves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111111"/>
                </a:solidFill>
              </a:rPr>
              <a:t>To help you succeed in the game as much as possible we will now provide some important clarifications.</a:t>
            </a:r>
          </a:p>
          <a:p>
            <a:pPr>
              <a:spcAft>
                <a:spcPts val="400"/>
              </a:spcAft>
            </a:pPr>
            <a:endParaRPr sz="20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111111"/>
                </a:solidFill>
              </a:rPr>
              <a:t>Read them carefully, as we will quiz you about these clarifications to confirm your understanding.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900" b="1">
                <a:solidFill>
                  <a:srgbClr val="111111"/>
                </a:solidFill>
              </a:rPr>
              <a:t>1)  The chance of winning a coin depends on the potion you choose.</a:t>
            </a:r>
          </a:p>
          <a:p>
            <a:pPr>
              <a:spcAft>
                <a:spcPts val="400"/>
              </a:spcAft>
            </a:pPr>
            <a:endParaRPr sz="1900" b="1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At any given time, each potion (left, middle-left, middle-right, right) has a certain value for the wizard.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As you already know, the wizard doesn't always buy the leaves.</a:t>
            </a:r>
          </a:p>
          <a:p>
            <a:pPr>
              <a:spcAft>
                <a:spcPts val="400"/>
              </a:spcAft>
            </a:pPr>
            <a:endParaRPr sz="17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If you choose a potion that the wizard currently values highly, you have a higher chance of selling to him.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In contrast, if you choose a potion that the wizard currently assigns little value to, you have a lower chance of selling to him.</a:t>
            </a:r>
          </a:p>
          <a:p>
            <a:pPr>
              <a:spcAft>
                <a:spcPts val="400"/>
              </a:spcAft>
            </a:pPr>
            <a:endParaRPr sz="17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Therefore, you need to track the outcomes across time and do your best to learn the wizard's value to each potion.</a:t>
            </a:r>
          </a:p>
          <a:p>
            <a:pPr>
              <a:spcAft>
                <a:spcPts val="400"/>
              </a:spcAft>
            </a:pPr>
            <a:endParaRPr sz="17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11111"/>
                </a:solidFill>
              </a:rPr>
              <a:t>Your job is to make a potion selection that will lead to the highest chance of gaining rewards, and obtain the highest amount of gold coins.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900" b="1">
                <a:solidFill>
                  <a:srgbClr val="111111"/>
                </a:solidFill>
              </a:rPr>
              <a:t>2)  The value of the potions slowly changes.</a:t>
            </a:r>
          </a:p>
          <a:p>
            <a:pPr>
              <a:spcAft>
                <a:spcPts val="400"/>
              </a:spcAft>
            </a:pPr>
            <a:endParaRPr sz="1900" b="1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11111"/>
                </a:solidFill>
              </a:rPr>
              <a:t>Note that throughout the game, the value of each potion slowly changes.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Similar to how the demands of market products change.</a:t>
            </a:r>
          </a:p>
          <a:p>
            <a:pPr>
              <a:spcAft>
                <a:spcPts val="400"/>
              </a:spcAft>
            </a:pPr>
            <a:endParaRPr sz="17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So for example, if a certain potion is highly valuable to the wizard at the start of the game,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its value might still decrease/increase over time.</a:t>
            </a:r>
          </a:p>
          <a:p>
            <a:pPr>
              <a:spcAft>
                <a:spcPts val="400"/>
              </a:spcAft>
            </a:pPr>
            <a:endParaRPr sz="17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You need to keep sharp, track the outcomes you see when selecting the potions,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11111"/>
                </a:solidFill>
              </a:rPr>
              <a:t>and try your best to make selections that will maximize the number of golden coins earned.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900" b="1">
                <a:solidFill>
                  <a:srgbClr val="111111"/>
                </a:solidFill>
              </a:rPr>
              <a:t>3)  Each potion has its own value.</a:t>
            </a:r>
          </a:p>
          <a:p>
            <a:pPr>
              <a:spcAft>
                <a:spcPts val="400"/>
              </a:spcAft>
            </a:pPr>
            <a:endParaRPr sz="1900" b="1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Now that you know that each potion has a certain value for the wizard,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11111"/>
                </a:solidFill>
              </a:rPr>
              <a:t>it's important to keep in mind that each potion has its own demand.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Learning about one potion tells you nothing about the other potions.</a:t>
            </a:r>
          </a:p>
          <a:p>
            <a:pPr>
              <a:spcAft>
                <a:spcPts val="400"/>
              </a:spcAft>
            </a:pPr>
            <a:endParaRPr sz="17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For example, two, three, or even all four potions may be highly valued by the wizard at a certain time.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The outcome you see after selecting a potion is related only to the value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of that specific potion and means nothing regarding the value of the others.</a:t>
            </a:r>
          </a:p>
          <a:p>
            <a:pPr>
              <a:spcAft>
                <a:spcPts val="400"/>
              </a:spcAft>
            </a:pPr>
            <a:endParaRPr sz="17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11111"/>
                </a:solidFill>
              </a:rPr>
              <a:t>Your task is to figure out the wizard's preferred potions at any given time and select them.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900" b="1">
                <a:solidFill>
                  <a:srgbClr val="111111"/>
                </a:solidFill>
              </a:rPr>
              <a:t>4)  The blowing wind is completely random.</a:t>
            </a:r>
          </a:p>
          <a:p>
            <a:pPr>
              <a:spcAft>
                <a:spcPts val="400"/>
              </a:spcAft>
            </a:pPr>
            <a:endParaRPr sz="1900" b="1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As you already know, after the four colored leaves fall from the magical tree,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the wind blows them to the different potions.</a:t>
            </a:r>
          </a:p>
          <a:p>
            <a:pPr>
              <a:spcAft>
                <a:spcPts val="400"/>
              </a:spcAft>
            </a:pPr>
            <a:endParaRPr sz="17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You can only choose potions containing a non-green, potion-ready leaf.</a:t>
            </a:r>
          </a:p>
          <a:p>
            <a:pPr>
              <a:spcAft>
                <a:spcPts val="400"/>
              </a:spcAft>
            </a:pPr>
            <a:endParaRPr sz="17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11111"/>
                </a:solidFill>
              </a:rPr>
              <a:t>The exact color of the non-green potion-ready leaf has no meaning to the wizard.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11111"/>
                </a:solidFill>
              </a:rPr>
              <a:t>Choose only based on the potions.</a:t>
            </a:r>
          </a:p>
        </p:txBody>
      </p:sp>
      <p:pic>
        <p:nvPicPr>
          <p:cNvPr id="5" name="Picture 4" descr="wi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206240"/>
            <a:ext cx="457200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111111"/>
                </a:solidFill>
              </a:rPr>
              <a:t>You will now take a brief quiz to make sure that you understand the instructions.</a:t>
            </a:r>
          </a:p>
          <a:p>
            <a:pPr>
              <a:spcAft>
                <a:spcPts val="400"/>
              </a:spcAft>
            </a:pPr>
            <a:endParaRPr sz="20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</a:rPr>
              <a:t>If you make a mistake, you will need to review the instructions again.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11111"/>
                </a:solidFill>
              </a:rPr>
              <a:t>Please scroll down until you answer all the questions.</a:t>
            </a:r>
          </a:p>
          <a:p>
            <a:pPr>
              <a:spcAft>
                <a:spcPts val="400"/>
              </a:spcAft>
            </a:pPr>
            <a:endParaRPr sz="18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11111"/>
                </a:solidFill>
              </a:rPr>
              <a:t>Press any key to continue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</a:rPr>
              <a:t>Quiz – Understanding the Clarifications</a:t>
            </a:r>
          </a:p>
          <a:p>
            <a:pPr>
              <a:spcAft>
                <a:spcPts val="400"/>
              </a:spcAft>
            </a:pPr>
            <a:endParaRPr sz="2000" b="1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Q1.  The demand for a potion can change during the game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       ○ True ✓    ○ False</a:t>
            </a:r>
          </a:p>
          <a:p>
            <a:pPr>
              <a:spcAft>
                <a:spcPts val="400"/>
              </a:spcAft>
            </a:pPr>
            <a:endParaRPr sz="16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Q2.  If one potion leads you to win more coins, it means the other potions will probably lead you to win less coins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       ○ True    ○ False ✓</a:t>
            </a:r>
          </a:p>
          <a:p>
            <a:pPr>
              <a:spcAft>
                <a:spcPts val="400"/>
              </a:spcAft>
            </a:pPr>
            <a:endParaRPr sz="16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Q3.  The wizard cares about the exact color of the non-green potion-ready leaf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       ○ True – the specific color of the non-green grown leaves is related to the coin winning chances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       ○ False – you won't win more or less depending on the color of the grown leaf.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           Only the potions are related to your coin winning chances. ✓</a:t>
            </a:r>
          </a:p>
          <a:p>
            <a:pPr>
              <a:spcAft>
                <a:spcPts val="400"/>
              </a:spcAft>
            </a:pPr>
            <a:endParaRPr sz="16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Q4.  What determines which leaves get to which potion?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       ○ The wind ✓    ○ The wizard    ○ The leaves themselves    ○ The demand for the potions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111111"/>
                </a:solidFill>
              </a:rPr>
              <a:t>Just before starting the game, let's test once again the clarity of our instructions using an illustrative example.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11111"/>
                </a:solidFill>
              </a:rPr>
              <a:t>Q1)  Here is an example for a participant that chose in choice #1 the left potion, and got a reward.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11111"/>
                </a:solidFill>
              </a:rPr>
              <a:t>What should be the preferred next choice when two new potions are possible for selection?</a:t>
            </a:r>
          </a:p>
        </p:txBody>
      </p:sp>
      <p:pic>
        <p:nvPicPr>
          <p:cNvPr id="5" name="Picture 4" descr="questio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37360"/>
            <a:ext cx="10515600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0292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○ I prefer the middle-right potion in choice #2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○ I prefer the right potion in choice #2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○ I have no information about the two potions offered in choice #2 so I have to guess  ✓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2133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 dirty="0">
                <a:solidFill>
                  <a:srgbClr val="111111"/>
                </a:solidFill>
              </a:rPr>
              <a:t>Correct! Good job!</a:t>
            </a:r>
          </a:p>
          <a:p>
            <a:pPr>
              <a:spcAft>
                <a:spcPts val="400"/>
              </a:spcAft>
            </a:pPr>
            <a:endParaRPr sz="2200" b="1" dirty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800" b="0" dirty="0">
                <a:solidFill>
                  <a:srgbClr val="111111"/>
                </a:solidFill>
              </a:rPr>
              <a:t>If you haven't selected these potions before, please pick one at random.</a:t>
            </a:r>
          </a:p>
          <a:p>
            <a:pPr>
              <a:spcAft>
                <a:spcPts val="400"/>
              </a:spcAft>
            </a:pPr>
            <a:r>
              <a:rPr sz="1800" b="0" dirty="0">
                <a:solidFill>
                  <a:srgbClr val="111111"/>
                </a:solidFill>
              </a:rPr>
              <a:t>The specific grown leaf color does not affect your odds of winning a coin.</a:t>
            </a:r>
          </a:p>
          <a:p>
            <a:pPr>
              <a:spcAft>
                <a:spcPts val="400"/>
              </a:spcAft>
            </a:pPr>
            <a:endParaRPr sz="1800" b="0" dirty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800" b="0" dirty="0">
                <a:solidFill>
                  <a:srgbClr val="111111"/>
                </a:solidFill>
              </a:rPr>
              <a:t>Let's do one more final question.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11111"/>
                </a:solidFill>
              </a:rPr>
              <a:t>Q2)  Here is an example for a participant that chose in choice #1 the left potion, and got a reward.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11111"/>
                </a:solidFill>
              </a:rPr>
              <a:t>In the next trial the choice was between a potion that was offered in the previous choice, and a new potion.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11111"/>
                </a:solidFill>
              </a:rPr>
              <a:t>What should be the preferred next choice?</a:t>
            </a:r>
          </a:p>
        </p:txBody>
      </p:sp>
      <p:pic>
        <p:nvPicPr>
          <p:cNvPr id="5" name="Picture 4" descr="question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11680"/>
            <a:ext cx="10515600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2120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○ I prefer the middle-left potion in choice #2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○ I prefer the right potion in choice #2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○ I have no information about the two potions offered in choice #2 so I have to guess  ✓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80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 dirty="0">
                <a:solidFill>
                  <a:srgbClr val="111111"/>
                </a:solidFill>
              </a:rPr>
              <a:t>Correct! Good job!</a:t>
            </a:r>
          </a:p>
          <a:p>
            <a:pPr>
              <a:spcAft>
                <a:spcPts val="400"/>
              </a:spcAft>
            </a:pPr>
            <a:endParaRPr sz="2200" b="1" dirty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800" b="0" dirty="0">
                <a:solidFill>
                  <a:srgbClr val="111111"/>
                </a:solidFill>
              </a:rPr>
              <a:t>If you haven't selected these potions before, please pick one at random.</a:t>
            </a:r>
          </a:p>
          <a:p>
            <a:pPr>
              <a:spcAft>
                <a:spcPts val="400"/>
              </a:spcAft>
            </a:pPr>
            <a:r>
              <a:rPr sz="1800" b="0" dirty="0">
                <a:solidFill>
                  <a:srgbClr val="111111"/>
                </a:solidFill>
              </a:rPr>
              <a:t>What you learn about a certain potion has nothing to do with the demand for the other potions.</a:t>
            </a:r>
          </a:p>
          <a:p>
            <a:pPr>
              <a:spcAft>
                <a:spcPts val="400"/>
              </a:spcAft>
            </a:pPr>
            <a:endParaRPr sz="1800" b="0" dirty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1640</Words>
  <Application>Microsoft Office PowerPoint</Application>
  <PresentationFormat>Custom</PresentationFormat>
  <Paragraphs>157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Ido Ben Artzi</cp:lastModifiedBy>
  <cp:revision>2</cp:revision>
  <dcterms:created xsi:type="dcterms:W3CDTF">2013-01-27T09:14:16Z</dcterms:created>
  <dcterms:modified xsi:type="dcterms:W3CDTF">2026-06-14T15:52:01Z</dcterms:modified>
  <cp:category/>
</cp:coreProperties>
</file>